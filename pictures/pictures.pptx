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95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5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45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54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85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840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09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66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37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65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53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288BC-899A-42A7-B289-39CAD16B5E5F}" type="datetimeFigureOut">
              <a:rPr lang="ru-RU" smtClean="0"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0161F-356D-4464-A08D-422FBF7B3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18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 стрелкой 6"/>
          <p:cNvCxnSpPr>
            <a:stCxn id="4" idx="3"/>
            <a:endCxn id="5" idx="1"/>
          </p:cNvCxnSpPr>
          <p:nvPr/>
        </p:nvCxnSpPr>
        <p:spPr>
          <a:xfrm>
            <a:off x="2929051" y="2977399"/>
            <a:ext cx="114476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8" name="Группа 97"/>
          <p:cNvGrpSpPr/>
          <p:nvPr/>
        </p:nvGrpSpPr>
        <p:grpSpPr>
          <a:xfrm>
            <a:off x="247821" y="554504"/>
            <a:ext cx="12266672" cy="3942681"/>
            <a:chOff x="239509" y="80679"/>
            <a:chExt cx="12266672" cy="3942681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3050"/>
            <a:stretch/>
          </p:blipFill>
          <p:spPr>
            <a:xfrm>
              <a:off x="239509" y="2000406"/>
              <a:ext cx="2681230" cy="1006336"/>
            </a:xfrm>
            <a:prstGeom prst="rect">
              <a:avLst/>
            </a:prstGeom>
          </p:spPr>
        </p:pic>
        <p:pic>
          <p:nvPicPr>
            <p:cNvPr id="5" name="Рисунок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527" b="23844"/>
            <a:stretch/>
          </p:blipFill>
          <p:spPr>
            <a:xfrm>
              <a:off x="4065506" y="2021436"/>
              <a:ext cx="4139157" cy="964277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2379216" y="1556028"/>
              <a:ext cx="22278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Наполнение базы данных</a:t>
              </a:r>
              <a:endParaRPr lang="ru-RU" dirty="0"/>
            </a:p>
          </p:txBody>
        </p:sp>
        <p:sp>
          <p:nvSpPr>
            <p:cNvPr id="13" name="Скругленный прямоугольник 12"/>
            <p:cNvSpPr/>
            <p:nvPr/>
          </p:nvSpPr>
          <p:spPr>
            <a:xfrm>
              <a:off x="239509" y="311479"/>
              <a:ext cx="3125585" cy="602431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Запрос на построение графика</a:t>
              </a:r>
              <a:endParaRPr lang="ru-RU" dirty="0"/>
            </a:p>
          </p:txBody>
        </p:sp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7921" y="164270"/>
              <a:ext cx="2724071" cy="896848"/>
            </a:xfrm>
            <a:prstGeom prst="rect">
              <a:avLst/>
            </a:prstGeom>
          </p:spPr>
        </p:pic>
        <p:cxnSp>
          <p:nvCxnSpPr>
            <p:cNvPr id="16" name="Прямая со стрелкой 15"/>
            <p:cNvCxnSpPr>
              <a:stCxn id="13" idx="3"/>
              <a:endCxn id="14" idx="1"/>
            </p:cNvCxnSpPr>
            <p:nvPr/>
          </p:nvCxnSpPr>
          <p:spPr>
            <a:xfrm flipV="1">
              <a:off x="3365094" y="612694"/>
              <a:ext cx="1292827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7055831" y="736020"/>
              <a:ext cx="2602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Генерация </a:t>
              </a:r>
              <a:br>
                <a:rPr lang="ru-RU" dirty="0" smtClean="0"/>
              </a:br>
              <a:r>
                <a:rPr lang="ru-RU" dirty="0" smtClean="0"/>
                <a:t>словаря с признаками</a:t>
              </a:r>
              <a:endParaRPr lang="ru-RU" dirty="0"/>
            </a:p>
          </p:txBody>
        </p:sp>
        <p:pic>
          <p:nvPicPr>
            <p:cNvPr id="19" name="Рисунок 1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57" b="13142"/>
            <a:stretch/>
          </p:blipFill>
          <p:spPr>
            <a:xfrm>
              <a:off x="9411256" y="80679"/>
              <a:ext cx="1705148" cy="1064029"/>
            </a:xfrm>
            <a:prstGeom prst="rect">
              <a:avLst/>
            </a:prstGeom>
          </p:spPr>
        </p:pic>
        <p:cxnSp>
          <p:nvCxnSpPr>
            <p:cNvPr id="21" name="Прямая со стрелкой 20"/>
            <p:cNvCxnSpPr>
              <a:stCxn id="14" idx="3"/>
              <a:endCxn id="19" idx="1"/>
            </p:cNvCxnSpPr>
            <p:nvPr/>
          </p:nvCxnSpPr>
          <p:spPr>
            <a:xfrm>
              <a:off x="7381992" y="612694"/>
              <a:ext cx="202926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098886" y="736021"/>
              <a:ext cx="2096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Извлечение признаков графика</a:t>
              </a:r>
              <a:endParaRPr lang="ru-RU" dirty="0"/>
            </a:p>
          </p:txBody>
        </p:sp>
        <p:pic>
          <p:nvPicPr>
            <p:cNvPr id="29" name="Рисунок 28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20" t="28242" r="8101" b="23757"/>
            <a:stretch/>
          </p:blipFill>
          <p:spPr>
            <a:xfrm>
              <a:off x="9349429" y="1954101"/>
              <a:ext cx="1828801" cy="1098946"/>
            </a:xfrm>
            <a:prstGeom prst="rect">
              <a:avLst/>
            </a:prstGeom>
          </p:spPr>
        </p:pic>
        <p:cxnSp>
          <p:nvCxnSpPr>
            <p:cNvPr id="31" name="Прямая со стрелкой 30"/>
            <p:cNvCxnSpPr>
              <a:stCxn id="19" idx="2"/>
              <a:endCxn id="29" idx="0"/>
            </p:cNvCxnSpPr>
            <p:nvPr/>
          </p:nvCxnSpPr>
          <p:spPr>
            <a:xfrm>
              <a:off x="10263830" y="1144708"/>
              <a:ext cx="0" cy="80939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0409408" y="1208440"/>
              <a:ext cx="2096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Формирование запроса</a:t>
              </a:r>
              <a:endParaRPr lang="ru-RU" dirty="0"/>
            </a:p>
          </p:txBody>
        </p:sp>
        <p:cxnSp>
          <p:nvCxnSpPr>
            <p:cNvPr id="39" name="Прямая со стрелкой 38"/>
            <p:cNvCxnSpPr>
              <a:stCxn id="29" idx="1"/>
              <a:endCxn id="5" idx="3"/>
            </p:cNvCxnSpPr>
            <p:nvPr/>
          </p:nvCxnSpPr>
          <p:spPr>
            <a:xfrm flipH="1">
              <a:off x="8204663" y="2503574"/>
              <a:ext cx="1144766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7663141" y="1559172"/>
              <a:ext cx="2096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Получение данных из базы</a:t>
              </a:r>
              <a:endParaRPr lang="ru-RU" dirty="0"/>
            </a:p>
          </p:txBody>
        </p:sp>
        <p:cxnSp>
          <p:nvCxnSpPr>
            <p:cNvPr id="44" name="Прямая со стрелкой 43"/>
            <p:cNvCxnSpPr>
              <a:stCxn id="5" idx="2"/>
            </p:cNvCxnSpPr>
            <p:nvPr/>
          </p:nvCxnSpPr>
          <p:spPr>
            <a:xfrm flipH="1">
              <a:off x="6135084" y="2985713"/>
              <a:ext cx="1" cy="10376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6442655" y="3124811"/>
              <a:ext cx="2096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Построение графика</a:t>
              </a:r>
              <a:endParaRPr lang="ru-RU" dirty="0"/>
            </a:p>
          </p:txBody>
        </p:sp>
      </p:grpSp>
      <p:pic>
        <p:nvPicPr>
          <p:cNvPr id="97" name="Рисунок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8809" y="4497185"/>
            <a:ext cx="4949174" cy="2216775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988158" y="0"/>
            <a:ext cx="4310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Схема работы приложения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8765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22</Words>
  <Application>Microsoft Office PowerPoint</Application>
  <PresentationFormat>Широкоэкранный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5</cp:revision>
  <dcterms:created xsi:type="dcterms:W3CDTF">2025-06-29T06:13:18Z</dcterms:created>
  <dcterms:modified xsi:type="dcterms:W3CDTF">2025-06-29T07:16:18Z</dcterms:modified>
</cp:coreProperties>
</file>